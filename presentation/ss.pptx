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6" r:id="rId5"/>
    <p:sldId id="261" r:id="rId6"/>
    <p:sldId id="260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4" autoAdjust="0"/>
    <p:restoredTop sz="94660"/>
  </p:normalViewPr>
  <p:slideViewPr>
    <p:cSldViewPr snapToGrid="0">
      <p:cViewPr varScale="1">
        <p:scale>
          <a:sx n="74" d="100"/>
          <a:sy n="74" d="100"/>
        </p:scale>
        <p:origin x="86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5B9F5-7263-4D10-8B8A-EE13F349B392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27AA-F421-4909-A70A-240F3A02C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0105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5B9F5-7263-4D10-8B8A-EE13F349B392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27AA-F421-4909-A70A-240F3A02C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431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5B9F5-7263-4D10-8B8A-EE13F349B392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27AA-F421-4909-A70A-240F3A02C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401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5B9F5-7263-4D10-8B8A-EE13F349B392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27AA-F421-4909-A70A-240F3A02C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9535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5B9F5-7263-4D10-8B8A-EE13F349B392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27AA-F421-4909-A70A-240F3A02C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2266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5B9F5-7263-4D10-8B8A-EE13F349B392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27AA-F421-4909-A70A-240F3A02C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7428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5B9F5-7263-4D10-8B8A-EE13F349B392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27AA-F421-4909-A70A-240F3A02C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293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5B9F5-7263-4D10-8B8A-EE13F349B392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27AA-F421-4909-A70A-240F3A02C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706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5B9F5-7263-4D10-8B8A-EE13F349B392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27AA-F421-4909-A70A-240F3A02C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970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5B9F5-7263-4D10-8B8A-EE13F349B392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27AA-F421-4909-A70A-240F3A02C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843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5B9F5-7263-4D10-8B8A-EE13F349B392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27AA-F421-4909-A70A-240F3A02C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0887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5B9F5-7263-4D10-8B8A-EE13F349B392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727AA-F421-4909-A70A-240F3A02CE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3028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-157316" y="4483509"/>
            <a:ext cx="45719" cy="420329"/>
          </a:xfrm>
        </p:spPr>
        <p:txBody>
          <a:bodyPr>
            <a:normAutofit lnSpcReduction="10000"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0933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7A99502-33CF-C4EC-D686-553E267282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303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AutoShape 2" descr="Сформированное изображение: Tort buyurtmalari muammolari va yechimla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37"/>
            <a:ext cx="12192000" cy="684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96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92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75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564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F8A7B74-2A99-1E23-52AA-4BEC1F05A1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8728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E91FC52-C117-5F93-0837-6474036EDE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017" r="1076" b="1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83621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B524C3-2F76-C3EA-0887-90CF69EEA4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3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018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2FF310B-D7A8-FC98-7E38-782644293E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093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AutoShape 2" descr=", создано искусственным интеллектом">
            <a:extLst>
              <a:ext uri="{FF2B5EF4-FFF2-40B4-BE49-F238E27FC236}">
                <a16:creationId xmlns:a16="http://schemas.microsoft.com/office/drawing/2014/main" id="{353A2DB2-55AD-F13D-EE73-6B1A2DB157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3707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9CEEE2-95F9-E3BD-60FE-2053EDE267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67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9CC96C-009E-567A-7BD7-CAEF7618D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434" y="1887795"/>
            <a:ext cx="2396611" cy="23909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5F08B8-AF7F-07EF-4CEA-F935DEE40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50" y="1872294"/>
            <a:ext cx="2497395" cy="24064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03634E-159E-6FB2-326B-0F252746E9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0173" y="1887795"/>
            <a:ext cx="2497395" cy="24064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ED37B69-B5E3-5079-F29F-A54652AB44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7740" y="1872294"/>
            <a:ext cx="2455609" cy="239661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6A9DE20-0F47-F3A0-78E3-C77BD48D202B}"/>
              </a:ext>
            </a:extLst>
          </p:cNvPr>
          <p:cNvSpPr txBox="1"/>
          <p:nvPr/>
        </p:nvSpPr>
        <p:spPr>
          <a:xfrm>
            <a:off x="3048000" y="365125"/>
            <a:ext cx="609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6600" b="1" dirty="0">
                <a:solidFill>
                  <a:srgbClr val="FF0000"/>
                </a:solidFill>
              </a:rPr>
              <a:t>SWIPIES TEAM</a:t>
            </a:r>
            <a:endParaRPr lang="ru-RU" sz="6600" b="1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2C5F08-52F9-AA5C-7E55-02E47F92EA8A}"/>
              </a:ext>
            </a:extLst>
          </p:cNvPr>
          <p:cNvSpPr txBox="1"/>
          <p:nvPr/>
        </p:nvSpPr>
        <p:spPr>
          <a:xfrm>
            <a:off x="806245" y="5177302"/>
            <a:ext cx="220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</a:rPr>
              <a:t>CEO /</a:t>
            </a:r>
            <a:r>
              <a:rPr lang="en-US" b="1" i="1" dirty="0" err="1">
                <a:solidFill>
                  <a:schemeClr val="accent2">
                    <a:lumMod val="75000"/>
                  </a:schemeClr>
                </a:solidFill>
                <a:latin typeface="Calibri" pitchFamily="34" charset="0"/>
              </a:rPr>
              <a:t>Loyiha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</a:rPr>
              <a:t> </a:t>
            </a:r>
            <a:r>
              <a:rPr lang="en-US" b="1" i="1" dirty="0" err="1">
                <a:solidFill>
                  <a:schemeClr val="accent2">
                    <a:lumMod val="75000"/>
                  </a:schemeClr>
                </a:solidFill>
                <a:latin typeface="Calibri" pitchFamily="34" charset="0"/>
              </a:rPr>
              <a:t>rahbari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</a:rPr>
              <a:t> </a:t>
            </a:r>
            <a:endParaRPr lang="en-GB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E21227-0BD1-2DBB-B4F8-FAF4CA2BFEB5}"/>
              </a:ext>
            </a:extLst>
          </p:cNvPr>
          <p:cNvSpPr txBox="1"/>
          <p:nvPr/>
        </p:nvSpPr>
        <p:spPr>
          <a:xfrm>
            <a:off x="6420772" y="4660487"/>
            <a:ext cx="22239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 err="1">
                <a:solidFill>
                  <a:srgbClr val="7030A0"/>
                </a:solidFill>
              </a:rPr>
              <a:t>Umidjon</a:t>
            </a:r>
            <a:r>
              <a:rPr lang="en-GB" sz="2000" b="1" dirty="0">
                <a:solidFill>
                  <a:srgbClr val="7030A0"/>
                </a:solidFill>
              </a:rPr>
              <a:t> </a:t>
            </a:r>
            <a:r>
              <a:rPr lang="en-GB" sz="2000" b="1" dirty="0" err="1">
                <a:solidFill>
                  <a:srgbClr val="7030A0"/>
                </a:solidFill>
              </a:rPr>
              <a:t>Odiljonov</a:t>
            </a:r>
            <a:r>
              <a:rPr lang="en-GB" sz="2000" b="1" dirty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2907D9-FF81-8680-2E73-9C9EB4233FEE}"/>
              </a:ext>
            </a:extLst>
          </p:cNvPr>
          <p:cNvSpPr txBox="1"/>
          <p:nvPr/>
        </p:nvSpPr>
        <p:spPr>
          <a:xfrm>
            <a:off x="3647768" y="4660487"/>
            <a:ext cx="2209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0B0F0"/>
                </a:solidFill>
              </a:rPr>
              <a:t>Bogdan</a:t>
            </a:r>
            <a:r>
              <a:rPr lang="en-GB" sz="2000" dirty="0">
                <a:solidFill>
                  <a:srgbClr val="00B0F0"/>
                </a:solidFill>
              </a:rPr>
              <a:t> </a:t>
            </a:r>
            <a:r>
              <a:rPr lang="en-GB" sz="2000" b="1" dirty="0" err="1">
                <a:solidFill>
                  <a:srgbClr val="00B0F0"/>
                </a:solidFill>
              </a:rPr>
              <a:t>Stadnyuk</a:t>
            </a:r>
            <a:endParaRPr lang="en-GB" sz="2000" b="1" dirty="0">
              <a:solidFill>
                <a:srgbClr val="00B0F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EC6898-CD65-ED7E-5E1B-FBD457CF3F3A}"/>
              </a:ext>
            </a:extLst>
          </p:cNvPr>
          <p:cNvSpPr txBox="1"/>
          <p:nvPr/>
        </p:nvSpPr>
        <p:spPr>
          <a:xfrm>
            <a:off x="9289140" y="4660487"/>
            <a:ext cx="25426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0B050"/>
                </a:solidFill>
              </a:rPr>
              <a:t>Abdulloh </a:t>
            </a:r>
            <a:r>
              <a:rPr lang="en-GB" sz="2000" b="1" dirty="0" err="1">
                <a:solidFill>
                  <a:srgbClr val="00B050"/>
                </a:solidFill>
              </a:rPr>
              <a:t>Ma`murov</a:t>
            </a:r>
            <a:endParaRPr lang="en-GB" sz="2000" b="1" dirty="0">
              <a:solidFill>
                <a:srgbClr val="00B05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95BE0C-6B66-BD75-D48B-A8B6B4C4B00D}"/>
              </a:ext>
            </a:extLst>
          </p:cNvPr>
          <p:cNvSpPr txBox="1"/>
          <p:nvPr/>
        </p:nvSpPr>
        <p:spPr>
          <a:xfrm>
            <a:off x="9767118" y="5177302"/>
            <a:ext cx="1586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1" dirty="0">
                <a:solidFill>
                  <a:srgbClr val="00B050"/>
                </a:solidFill>
              </a:rPr>
              <a:t>Co-founder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E87256-40FF-4FD9-8F13-38A81BABCB5D}"/>
              </a:ext>
            </a:extLst>
          </p:cNvPr>
          <p:cNvSpPr txBox="1"/>
          <p:nvPr/>
        </p:nvSpPr>
        <p:spPr>
          <a:xfrm>
            <a:off x="6803922" y="5177302"/>
            <a:ext cx="19271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1" dirty="0" err="1">
                <a:solidFill>
                  <a:srgbClr val="7030A0"/>
                </a:solidFill>
              </a:rPr>
              <a:t>Biznes</a:t>
            </a:r>
            <a:r>
              <a:rPr lang="en-GB" sz="1800" b="1" i="1" dirty="0">
                <a:solidFill>
                  <a:srgbClr val="7030A0"/>
                </a:solidFill>
              </a:rPr>
              <a:t> </a:t>
            </a:r>
            <a:r>
              <a:rPr lang="en-GB" sz="1800" b="1" i="1" dirty="0" err="1">
                <a:solidFill>
                  <a:srgbClr val="7030A0"/>
                </a:solidFill>
              </a:rPr>
              <a:t>analitik</a:t>
            </a:r>
            <a:endParaRPr lang="en-GB" sz="1800" b="1" i="1" dirty="0">
              <a:solidFill>
                <a:srgbClr val="7030A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C291CE-C349-6EF8-C0EC-6DDF9F3BB0BD}"/>
              </a:ext>
            </a:extLst>
          </p:cNvPr>
          <p:cNvSpPr txBox="1"/>
          <p:nvPr/>
        </p:nvSpPr>
        <p:spPr>
          <a:xfrm>
            <a:off x="662447" y="4670316"/>
            <a:ext cx="28488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 err="1">
                <a:solidFill>
                  <a:schemeClr val="accent2">
                    <a:lumMod val="75000"/>
                  </a:schemeClr>
                </a:solidFill>
              </a:rPr>
              <a:t>Sardorbek</a:t>
            </a:r>
            <a:r>
              <a:rPr lang="en-GB" sz="2000" b="1" dirty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lang="en-GB" sz="2000" b="1" dirty="0" err="1">
                <a:solidFill>
                  <a:schemeClr val="accent2">
                    <a:lumMod val="75000"/>
                  </a:schemeClr>
                </a:solidFill>
              </a:rPr>
              <a:t>Albakiev</a:t>
            </a:r>
            <a:endParaRPr lang="en-GB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640B33-1C1A-43EC-B683-B881C6744B4E}"/>
              </a:ext>
            </a:extLst>
          </p:cNvPr>
          <p:cNvSpPr txBox="1"/>
          <p:nvPr/>
        </p:nvSpPr>
        <p:spPr>
          <a:xfrm>
            <a:off x="3822290" y="5177302"/>
            <a:ext cx="2163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1" dirty="0">
                <a:solidFill>
                  <a:srgbClr val="00B0F0"/>
                </a:solidFill>
              </a:rPr>
              <a:t>CTO/</a:t>
            </a:r>
            <a:r>
              <a:rPr lang="en-GB" sz="1800" b="1" i="1" dirty="0" err="1">
                <a:solidFill>
                  <a:srgbClr val="00B0F0"/>
                </a:solidFill>
              </a:rPr>
              <a:t>Dasturchi</a:t>
            </a:r>
            <a:r>
              <a:rPr lang="en-GB" sz="1800" b="1" i="1" dirty="0">
                <a:solidFill>
                  <a:srgbClr val="00B0F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092150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22</Words>
  <Application>Microsoft Office PowerPoint</Application>
  <PresentationFormat>Widescreen</PresentationFormat>
  <Paragraphs>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A .</cp:lastModifiedBy>
  <cp:revision>7</cp:revision>
  <dcterms:created xsi:type="dcterms:W3CDTF">2026-06-05T05:06:36Z</dcterms:created>
  <dcterms:modified xsi:type="dcterms:W3CDTF">2026-06-05T07:40:38Z</dcterms:modified>
</cp:coreProperties>
</file>